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C1520-C016-4B2C-A56F-E0E717DC30E1}" v="225" dt="2026-09-09T11:48:51.79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Chandra" userId="ae103c05bb57ed0b" providerId="LiveId" clId="{9A447903-9E76-49E1-B3D3-5D55DCE3C8B9}"/>
    <pc:docChg chg="undo custSel modSld">
      <pc:chgData name="Vijay Chandra" userId="ae103c05bb57ed0b" providerId="LiveId" clId="{9A447903-9E76-49E1-B3D3-5D55DCE3C8B9}" dt="2026-09-09T11:49:51.237" v="699" actId="14100"/>
      <pc:docMkLst>
        <pc:docMk/>
      </pc:docMkLst>
      <pc:sldChg chg="modSp mod modAnim">
        <pc:chgData name="Vijay Chandra" userId="ae103c05bb57ed0b" providerId="LiveId" clId="{9A447903-9E76-49E1-B3D3-5D55DCE3C8B9}" dt="2026-09-08T10:23:19.396" v="172" actId="1076"/>
        <pc:sldMkLst>
          <pc:docMk/>
          <pc:sldMk cId="1341901065" sldId="302"/>
        </pc:sldMkLst>
        <pc:spChg chg="mod">
          <ac:chgData name="Vijay Chandra" userId="ae103c05bb57ed0b" providerId="LiveId" clId="{9A447903-9E76-49E1-B3D3-5D55DCE3C8B9}" dt="2026-09-08T10:23:19.396" v="172" actId="1076"/>
          <ac:spMkLst>
            <pc:docMk/>
            <pc:sldMk cId="1341901065" sldId="302"/>
            <ac:spMk id="7" creationId="{B21C28F5-3CA3-4B78-B5C9-550C00BB3174}"/>
          </ac:spMkLst>
        </pc:spChg>
        <pc:picChg chg="mod">
          <ac:chgData name="Vijay Chandra" userId="ae103c05bb57ed0b" providerId="LiveId" clId="{9A447903-9E76-49E1-B3D3-5D55DCE3C8B9}" dt="2026-09-08T10:23:12.044" v="171" actId="1076"/>
          <ac:picMkLst>
            <pc:docMk/>
            <pc:sldMk cId="1341901065" sldId="302"/>
            <ac:picMk id="2" creationId="{F1FC3E39-8C60-4F64-9838-2A683F25B8C4}"/>
          </ac:picMkLst>
        </pc:picChg>
      </pc:sldChg>
      <pc:sldChg chg="modSp mod">
        <pc:chgData name="Vijay Chandra" userId="ae103c05bb57ed0b" providerId="LiveId" clId="{9A447903-9E76-49E1-B3D3-5D55DCE3C8B9}" dt="2026-09-09T11:41:40.771" v="660" actId="20577"/>
        <pc:sldMkLst>
          <pc:docMk/>
          <pc:sldMk cId="3401748718" sldId="304"/>
        </pc:sldMkLst>
        <pc:spChg chg="mod">
          <ac:chgData name="Vijay Chandra" userId="ae103c05bb57ed0b" providerId="LiveId" clId="{9A447903-9E76-49E1-B3D3-5D55DCE3C8B9}" dt="2026-09-09T11:41:40.771" v="660" actId="20577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">
        <pc:chgData name="Vijay Chandra" userId="ae103c05bb57ed0b" providerId="LiveId" clId="{9A447903-9E76-49E1-B3D3-5D55DCE3C8B9}" dt="2026-09-09T10:55:37.605" v="207" actId="113"/>
        <pc:sldMkLst>
          <pc:docMk/>
          <pc:sldMk cId="3696770303" sldId="315"/>
        </pc:sldMkLst>
        <pc:spChg chg="mod">
          <ac:chgData name="Vijay Chandra" userId="ae103c05bb57ed0b" providerId="LiveId" clId="{9A447903-9E76-49E1-B3D3-5D55DCE3C8B9}" dt="2026-09-09T10:55:37.605" v="207" actId="113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Vijay Chandra" userId="ae103c05bb57ed0b" providerId="LiveId" clId="{9A447903-9E76-49E1-B3D3-5D55DCE3C8B9}" dt="2026-09-08T10:07:56.258" v="112" actId="14100"/>
        <pc:sldMkLst>
          <pc:docMk/>
          <pc:sldMk cId="3098548442" sldId="327"/>
        </pc:sldMkLst>
        <pc:spChg chg="mod">
          <ac:chgData name="Vijay Chandra" userId="ae103c05bb57ed0b" providerId="LiveId" clId="{9A447903-9E76-49E1-B3D3-5D55DCE3C8B9}" dt="2026-09-08T10:07:56.258" v="112" actId="14100"/>
          <ac:spMkLst>
            <pc:docMk/>
            <pc:sldMk cId="3098548442" sldId="327"/>
            <ac:spMk id="2" creationId="{E46E4DD1-270B-4C80-AFF0-EB26F132AF36}"/>
          </ac:spMkLst>
        </pc:spChg>
      </pc:sldChg>
      <pc:sldChg chg="modSp mod modAnim">
        <pc:chgData name="Vijay Chandra" userId="ae103c05bb57ed0b" providerId="LiveId" clId="{9A447903-9E76-49E1-B3D3-5D55DCE3C8B9}" dt="2026-09-08T10:22:23.445" v="168" actId="27636"/>
        <pc:sldMkLst>
          <pc:docMk/>
          <pc:sldMk cId="48075006" sldId="329"/>
        </pc:sldMkLst>
        <pc:spChg chg="mod">
          <ac:chgData name="Vijay Chandra" userId="ae103c05bb57ed0b" providerId="LiveId" clId="{9A447903-9E76-49E1-B3D3-5D55DCE3C8B9}" dt="2026-09-08T10:22:23.445" v="168" actId="27636"/>
          <ac:spMkLst>
            <pc:docMk/>
            <pc:sldMk cId="48075006" sldId="329"/>
            <ac:spMk id="2" creationId="{664E3B60-2780-459A-8583-F095D5E7463A}"/>
          </ac:spMkLst>
        </pc:spChg>
      </pc:sldChg>
      <pc:sldChg chg="modSp mod modAnim">
        <pc:chgData name="Vijay Chandra" userId="ae103c05bb57ed0b" providerId="LiveId" clId="{9A447903-9E76-49E1-B3D3-5D55DCE3C8B9}" dt="2026-09-08T10:06:34.653" v="102" actId="14100"/>
        <pc:sldMkLst>
          <pc:docMk/>
          <pc:sldMk cId="1604013440" sldId="338"/>
        </pc:sldMkLst>
        <pc:spChg chg="mod">
          <ac:chgData name="Vijay Chandra" userId="ae103c05bb57ed0b" providerId="LiveId" clId="{9A447903-9E76-49E1-B3D3-5D55DCE3C8B9}" dt="2026-09-08T10:06:34.653" v="102" actId="14100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Vijay Chandra" userId="ae103c05bb57ed0b" providerId="LiveId" clId="{9A447903-9E76-49E1-B3D3-5D55DCE3C8B9}" dt="2026-09-08T10:05:57.052" v="98" actId="113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Vijay Chandra" userId="ae103c05bb57ed0b" providerId="LiveId" clId="{9A447903-9E76-49E1-B3D3-5D55DCE3C8B9}" dt="2026-09-08T10:06:17.416" v="100" actId="14100"/>
          <ac:spMkLst>
            <pc:docMk/>
            <pc:sldMk cId="1604013440" sldId="338"/>
            <ac:spMk id="4" creationId="{92056599-CDAA-4367-BEF8-31D6E32518C8}"/>
          </ac:spMkLst>
        </pc:spChg>
      </pc:sldChg>
      <pc:sldChg chg="addSp delSp modSp mod delAnim">
        <pc:chgData name="Vijay Chandra" userId="ae103c05bb57ed0b" providerId="LiveId" clId="{9A447903-9E76-49E1-B3D3-5D55DCE3C8B9}" dt="2026-09-09T11:25:47.249" v="365" actId="1036"/>
        <pc:sldMkLst>
          <pc:docMk/>
          <pc:sldMk cId="1086225493" sldId="339"/>
        </pc:sldMkLst>
        <pc:spChg chg="add del mod">
          <ac:chgData name="Vijay Chandra" userId="ae103c05bb57ed0b" providerId="LiveId" clId="{9A447903-9E76-49E1-B3D3-5D55DCE3C8B9}" dt="2026-09-09T11:01:22.328" v="211" actId="478"/>
          <ac:spMkLst>
            <pc:docMk/>
            <pc:sldMk cId="1086225493" sldId="339"/>
            <ac:spMk id="3" creationId="{BB6B6F68-4F4F-B906-D4D4-DFD245B520D7}"/>
          </ac:spMkLst>
        </pc:spChg>
        <pc:spChg chg="del">
          <ac:chgData name="Vijay Chandra" userId="ae103c05bb57ed0b" providerId="LiveId" clId="{9A447903-9E76-49E1-B3D3-5D55DCE3C8B9}" dt="2026-09-09T11:01:25.892" v="212" actId="478"/>
          <ac:spMkLst>
            <pc:docMk/>
            <pc:sldMk cId="1086225493" sldId="339"/>
            <ac:spMk id="7" creationId="{372426BE-BEE7-4A6D-BCD2-059615BBCE25}"/>
          </ac:spMkLst>
        </pc:spChg>
        <pc:spChg chg="del mod">
          <ac:chgData name="Vijay Chandra" userId="ae103c05bb57ed0b" providerId="LiveId" clId="{9A447903-9E76-49E1-B3D3-5D55DCE3C8B9}" dt="2026-09-09T11:01:18.427" v="209" actId="478"/>
          <ac:spMkLst>
            <pc:docMk/>
            <pc:sldMk cId="1086225493" sldId="339"/>
            <ac:spMk id="10" creationId="{B19D8AC7-3787-4ADB-9212-0808F015C2DD}"/>
          </ac:spMkLst>
        </pc:spChg>
        <pc:spChg chg="add mod">
          <ac:chgData name="Vijay Chandra" userId="ae103c05bb57ed0b" providerId="LiveId" clId="{9A447903-9E76-49E1-B3D3-5D55DCE3C8B9}" dt="2026-09-09T11:25:47.249" v="365" actId="1036"/>
          <ac:spMkLst>
            <pc:docMk/>
            <pc:sldMk cId="1086225493" sldId="339"/>
            <ac:spMk id="13" creationId="{12B1398B-0F39-AF1E-7176-DCB794425A5A}"/>
          </ac:spMkLst>
        </pc:spChg>
        <pc:picChg chg="add mod">
          <ac:chgData name="Vijay Chandra" userId="ae103c05bb57ed0b" providerId="LiveId" clId="{9A447903-9E76-49E1-B3D3-5D55DCE3C8B9}" dt="2026-09-09T11:21:28.324" v="290" actId="1076"/>
          <ac:picMkLst>
            <pc:docMk/>
            <pc:sldMk cId="1086225493" sldId="339"/>
            <ac:picMk id="9" creationId="{C2EFAFA2-AD98-1C20-8FAE-30DEE8F9F134}"/>
          </ac:picMkLst>
        </pc:picChg>
        <pc:picChg chg="add mod">
          <ac:chgData name="Vijay Chandra" userId="ae103c05bb57ed0b" providerId="LiveId" clId="{9A447903-9E76-49E1-B3D3-5D55DCE3C8B9}" dt="2026-09-09T11:02:46.242" v="219" actId="1076"/>
          <ac:picMkLst>
            <pc:docMk/>
            <pc:sldMk cId="1086225493" sldId="339"/>
            <ac:picMk id="11" creationId="{B75B83AE-92C3-7BC2-5A1F-EDF665ED2995}"/>
          </ac:picMkLst>
        </pc:picChg>
        <pc:picChg chg="add mod">
          <ac:chgData name="Vijay Chandra" userId="ae103c05bb57ed0b" providerId="LiveId" clId="{9A447903-9E76-49E1-B3D3-5D55DCE3C8B9}" dt="2026-09-09T11:03:27.233" v="226" actId="1076"/>
          <ac:picMkLst>
            <pc:docMk/>
            <pc:sldMk cId="1086225493" sldId="339"/>
            <ac:picMk id="12" creationId="{FDCDBF1C-9DB1-3423-4E4A-BA089D77C10E}"/>
          </ac:picMkLst>
        </pc:picChg>
      </pc:sldChg>
      <pc:sldChg chg="addSp delSp modSp mod delAnim modAnim">
        <pc:chgData name="Vijay Chandra" userId="ae103c05bb57ed0b" providerId="LiveId" clId="{9A447903-9E76-49E1-B3D3-5D55DCE3C8B9}" dt="2026-09-09T11:24:07.237" v="311" actId="207"/>
        <pc:sldMkLst>
          <pc:docMk/>
          <pc:sldMk cId="3849627828" sldId="340"/>
        </pc:sldMkLst>
        <pc:spChg chg="add del mod">
          <ac:chgData name="Vijay Chandra" userId="ae103c05bb57ed0b" providerId="LiveId" clId="{9A447903-9E76-49E1-B3D3-5D55DCE3C8B9}" dt="2026-09-09T11:05:49.699" v="232" actId="478"/>
          <ac:spMkLst>
            <pc:docMk/>
            <pc:sldMk cId="3849627828" sldId="340"/>
            <ac:spMk id="3" creationId="{7B0F36FC-65BF-3867-BF7B-E00ACC0DEB51}"/>
          </ac:spMkLst>
        </pc:spChg>
        <pc:spChg chg="mod">
          <ac:chgData name="Vijay Chandra" userId="ae103c05bb57ed0b" providerId="LiveId" clId="{9A447903-9E76-49E1-B3D3-5D55DCE3C8B9}" dt="2026-09-09T11:24:07.237" v="311" actId="207"/>
          <ac:spMkLst>
            <pc:docMk/>
            <pc:sldMk cId="3849627828" sldId="340"/>
            <ac:spMk id="7" creationId="{4716F3BA-AE41-9B35-3BCA-353F205375D1}"/>
          </ac:spMkLst>
        </pc:spChg>
        <pc:spChg chg="del mod">
          <ac:chgData name="Vijay Chandra" userId="ae103c05bb57ed0b" providerId="LiveId" clId="{9A447903-9E76-49E1-B3D3-5D55DCE3C8B9}" dt="2026-09-09T11:05:47.418" v="231" actId="478"/>
          <ac:spMkLst>
            <pc:docMk/>
            <pc:sldMk cId="3849627828" sldId="340"/>
            <ac:spMk id="10" creationId="{3A64DB11-806F-1A4C-E0D5-D745D29CED50}"/>
          </ac:spMkLst>
        </pc:spChg>
        <pc:picChg chg="add mod">
          <ac:chgData name="Vijay Chandra" userId="ae103c05bb57ed0b" providerId="LiveId" clId="{9A447903-9E76-49E1-B3D3-5D55DCE3C8B9}" dt="2026-09-09T11:23:13.782" v="303" actId="1076"/>
          <ac:picMkLst>
            <pc:docMk/>
            <pc:sldMk cId="3849627828" sldId="340"/>
            <ac:picMk id="6" creationId="{8DD46144-B98E-3304-0B12-CF4898FDD586}"/>
          </ac:picMkLst>
        </pc:picChg>
        <pc:picChg chg="add mod">
          <ac:chgData name="Vijay Chandra" userId="ae103c05bb57ed0b" providerId="LiveId" clId="{9A447903-9E76-49E1-B3D3-5D55DCE3C8B9}" dt="2026-09-09T11:07:05.378" v="245" actId="1076"/>
          <ac:picMkLst>
            <pc:docMk/>
            <pc:sldMk cId="3849627828" sldId="340"/>
            <ac:picMk id="9" creationId="{B0E4785B-F44F-651C-A94E-08C489963678}"/>
          </ac:picMkLst>
        </pc:picChg>
      </pc:sldChg>
      <pc:sldChg chg="modSp mod modAnim">
        <pc:chgData name="Vijay Chandra" userId="ae103c05bb57ed0b" providerId="LiveId" clId="{9A447903-9E76-49E1-B3D3-5D55DCE3C8B9}" dt="2026-09-09T11:31:48.331" v="498" actId="1036"/>
        <pc:sldMkLst>
          <pc:docMk/>
          <pc:sldMk cId="776828144" sldId="341"/>
        </pc:sldMkLst>
        <pc:spChg chg="mod">
          <ac:chgData name="Vijay Chandra" userId="ae103c05bb57ed0b" providerId="LiveId" clId="{9A447903-9E76-49E1-B3D3-5D55DCE3C8B9}" dt="2026-09-09T11:31:48.331" v="498" actId="1036"/>
          <ac:spMkLst>
            <pc:docMk/>
            <pc:sldMk cId="776828144" sldId="341"/>
            <ac:spMk id="7" creationId="{B7444DDE-63A3-9721-77CC-C93FED110DAF}"/>
          </ac:spMkLst>
        </pc:spChg>
      </pc:sldChg>
      <pc:sldChg chg="modSp mod modAnim">
        <pc:chgData name="Vijay Chandra" userId="ae103c05bb57ed0b" providerId="LiveId" clId="{9A447903-9E76-49E1-B3D3-5D55DCE3C8B9}" dt="2026-09-09T11:49:51.237" v="699" actId="14100"/>
        <pc:sldMkLst>
          <pc:docMk/>
          <pc:sldMk cId="3863610428" sldId="342"/>
        </pc:sldMkLst>
        <pc:spChg chg="mod">
          <ac:chgData name="Vijay Chandra" userId="ae103c05bb57ed0b" providerId="LiveId" clId="{9A447903-9E76-49E1-B3D3-5D55DCE3C8B9}" dt="2026-09-09T11:49:51.237" v="699" actId="14100"/>
          <ac:spMkLst>
            <pc:docMk/>
            <pc:sldMk cId="3863610428" sldId="342"/>
            <ac:spMk id="7" creationId="{AF1C8809-654A-4DD1-BB18-87B8B6C020B9}"/>
          </ac:spMkLst>
        </pc:spChg>
      </pc:sldChg>
      <pc:sldChg chg="addSp delSp modSp mod">
        <pc:chgData name="Vijay Chandra" userId="ae103c05bb57ed0b" providerId="LiveId" clId="{9A447903-9E76-49E1-B3D3-5D55DCE3C8B9}" dt="2026-09-09T11:36:15.230" v="505" actId="1076"/>
        <pc:sldMkLst>
          <pc:docMk/>
          <pc:sldMk cId="3962802212" sldId="343"/>
        </pc:sldMkLst>
        <pc:spChg chg="add del">
          <ac:chgData name="Vijay Chandra" userId="ae103c05bb57ed0b" providerId="LiveId" clId="{9A447903-9E76-49E1-B3D3-5D55DCE3C8B9}" dt="2026-09-09T11:35:52.232" v="500" actId="22"/>
          <ac:spMkLst>
            <pc:docMk/>
            <pc:sldMk cId="3962802212" sldId="343"/>
            <ac:spMk id="3" creationId="{DDB30757-F51E-558E-D415-86260C9624AA}"/>
          </ac:spMkLst>
        </pc:spChg>
        <pc:picChg chg="add mod">
          <ac:chgData name="Vijay Chandra" userId="ae103c05bb57ed0b" providerId="LiveId" clId="{9A447903-9E76-49E1-B3D3-5D55DCE3C8B9}" dt="2026-09-09T11:36:15.230" v="505" actId="1076"/>
          <ac:picMkLst>
            <pc:docMk/>
            <pc:sldMk cId="3962802212" sldId="343"/>
            <ac:picMk id="9" creationId="{7722E630-5701-3206-45ED-B985F8BD9225}"/>
          </ac:picMkLst>
        </pc:picChg>
      </pc:sldChg>
      <pc:sldChg chg="addSp delSp modSp mod delAnim modAnim">
        <pc:chgData name="Vijay Chandra" userId="ae103c05bb57ed0b" providerId="LiveId" clId="{9A447903-9E76-49E1-B3D3-5D55DCE3C8B9}" dt="2026-09-09T11:25:06.623" v="359" actId="1076"/>
        <pc:sldMkLst>
          <pc:docMk/>
          <pc:sldMk cId="1698901770" sldId="344"/>
        </pc:sldMkLst>
        <pc:spChg chg="add del mod">
          <ac:chgData name="Vijay Chandra" userId="ae103c05bb57ed0b" providerId="LiveId" clId="{9A447903-9E76-49E1-B3D3-5D55DCE3C8B9}" dt="2026-09-09T11:07:57.463" v="247" actId="478"/>
          <ac:spMkLst>
            <pc:docMk/>
            <pc:sldMk cId="1698901770" sldId="344"/>
            <ac:spMk id="3" creationId="{DD8B27F7-C9ED-083B-AB9A-D57E83232A65}"/>
          </ac:spMkLst>
        </pc:spChg>
        <pc:spChg chg="mod">
          <ac:chgData name="Vijay Chandra" userId="ae103c05bb57ed0b" providerId="LiveId" clId="{9A447903-9E76-49E1-B3D3-5D55DCE3C8B9}" dt="2026-09-09T11:25:06.623" v="359" actId="1076"/>
          <ac:spMkLst>
            <pc:docMk/>
            <pc:sldMk cId="1698901770" sldId="344"/>
            <ac:spMk id="7" creationId="{4B1E3463-DEAD-53DD-2AC0-E8A458421D0B}"/>
          </ac:spMkLst>
        </pc:spChg>
        <pc:spChg chg="del">
          <ac:chgData name="Vijay Chandra" userId="ae103c05bb57ed0b" providerId="LiveId" clId="{9A447903-9E76-49E1-B3D3-5D55DCE3C8B9}" dt="2026-09-09T11:07:56.080" v="246" actId="478"/>
          <ac:spMkLst>
            <pc:docMk/>
            <pc:sldMk cId="1698901770" sldId="344"/>
            <ac:spMk id="10" creationId="{B6E3B1C7-6A8B-23EE-6251-DC1067C6ADE9}"/>
          </ac:spMkLst>
        </pc:spChg>
        <pc:picChg chg="add mod">
          <ac:chgData name="Vijay Chandra" userId="ae103c05bb57ed0b" providerId="LiveId" clId="{9A447903-9E76-49E1-B3D3-5D55DCE3C8B9}" dt="2026-09-09T11:09:55.918" v="266" actId="1076"/>
          <ac:picMkLst>
            <pc:docMk/>
            <pc:sldMk cId="1698901770" sldId="344"/>
            <ac:picMk id="6" creationId="{D950099F-2DBA-A722-EC31-029C83FB8DF2}"/>
          </ac:picMkLst>
        </pc:picChg>
        <pc:picChg chg="add mod">
          <ac:chgData name="Vijay Chandra" userId="ae103c05bb57ed0b" providerId="LiveId" clId="{9A447903-9E76-49E1-B3D3-5D55DCE3C8B9}" dt="2026-09-09T11:24:28.122" v="352" actId="1036"/>
          <ac:picMkLst>
            <pc:docMk/>
            <pc:sldMk cId="1698901770" sldId="344"/>
            <ac:picMk id="9" creationId="{FB18A789-71C9-5CD1-A4D5-D6173CA536D9}"/>
          </ac:picMkLst>
        </pc:picChg>
        <pc:picChg chg="add mod">
          <ac:chgData name="Vijay Chandra" userId="ae103c05bb57ed0b" providerId="LiveId" clId="{9A447903-9E76-49E1-B3D3-5D55DCE3C8B9}" dt="2026-09-09T11:09:37.900" v="262" actId="1076"/>
          <ac:picMkLst>
            <pc:docMk/>
            <pc:sldMk cId="1698901770" sldId="344"/>
            <ac:picMk id="11" creationId="{7546B4CA-3C72-C943-CC4E-4466870894C6}"/>
          </ac:picMkLst>
        </pc:picChg>
      </pc:sldChg>
      <pc:sldChg chg="addSp delSp modSp mod delAnim">
        <pc:chgData name="Vijay Chandra" userId="ae103c05bb57ed0b" providerId="LiveId" clId="{9A447903-9E76-49E1-B3D3-5D55DCE3C8B9}" dt="2026-09-09T11:26:59.671" v="375" actId="14100"/>
        <pc:sldMkLst>
          <pc:docMk/>
          <pc:sldMk cId="1903979828" sldId="345"/>
        </pc:sldMkLst>
        <pc:spChg chg="add del mod">
          <ac:chgData name="Vijay Chandra" userId="ae103c05bb57ed0b" providerId="LiveId" clId="{9A447903-9E76-49E1-B3D3-5D55DCE3C8B9}" dt="2026-09-09T11:10:50.248" v="268" actId="478"/>
          <ac:spMkLst>
            <pc:docMk/>
            <pc:sldMk cId="1903979828" sldId="345"/>
            <ac:spMk id="3" creationId="{28468BBA-4F2D-E425-844B-8FD0FB65474F}"/>
          </ac:spMkLst>
        </pc:spChg>
        <pc:spChg chg="del">
          <ac:chgData name="Vijay Chandra" userId="ae103c05bb57ed0b" providerId="LiveId" clId="{9A447903-9E76-49E1-B3D3-5D55DCE3C8B9}" dt="2026-09-09T11:10:48.706" v="267" actId="478"/>
          <ac:spMkLst>
            <pc:docMk/>
            <pc:sldMk cId="1903979828" sldId="345"/>
            <ac:spMk id="10" creationId="{2B7B89A1-9444-8322-CADC-42D31D698FA8}"/>
          </ac:spMkLst>
        </pc:spChg>
        <pc:spChg chg="add mod">
          <ac:chgData name="Vijay Chandra" userId="ae103c05bb57ed0b" providerId="LiveId" clId="{9A447903-9E76-49E1-B3D3-5D55DCE3C8B9}" dt="2026-09-09T11:26:59.671" v="375" actId="14100"/>
          <ac:spMkLst>
            <pc:docMk/>
            <pc:sldMk cId="1903979828" sldId="345"/>
            <ac:spMk id="11" creationId="{03C153FD-1AF9-421D-637E-F3D5CC9A456A}"/>
          </ac:spMkLst>
        </pc:spChg>
        <pc:picChg chg="add mod">
          <ac:chgData name="Vijay Chandra" userId="ae103c05bb57ed0b" providerId="LiveId" clId="{9A447903-9E76-49E1-B3D3-5D55DCE3C8B9}" dt="2026-09-09T11:11:15.601" v="271" actId="1076"/>
          <ac:picMkLst>
            <pc:docMk/>
            <pc:sldMk cId="1903979828" sldId="345"/>
            <ac:picMk id="6" creationId="{D3485B76-F11D-F93D-E438-FFBE5DB73EAA}"/>
          </ac:picMkLst>
        </pc:picChg>
        <pc:picChg chg="add mod">
          <ac:chgData name="Vijay Chandra" userId="ae103c05bb57ed0b" providerId="LiveId" clId="{9A447903-9E76-49E1-B3D3-5D55DCE3C8B9}" dt="2026-09-09T11:11:43.152" v="278" actId="14100"/>
          <ac:picMkLst>
            <pc:docMk/>
            <pc:sldMk cId="1903979828" sldId="345"/>
            <ac:picMk id="9" creationId="{8E85B40B-C474-B402-5578-CBF26565CCFD}"/>
          </ac:picMkLst>
        </pc:picChg>
      </pc:sldChg>
      <pc:sldChg chg="addSp delSp modSp mod delAnim modAnim">
        <pc:chgData name="Vijay Chandra" userId="ae103c05bb57ed0b" providerId="LiveId" clId="{9A447903-9E76-49E1-B3D3-5D55DCE3C8B9}" dt="2026-09-09T11:28:19.276" v="459" actId="1035"/>
        <pc:sldMkLst>
          <pc:docMk/>
          <pc:sldMk cId="1421522261" sldId="346"/>
        </pc:sldMkLst>
        <pc:spChg chg="add del mod">
          <ac:chgData name="Vijay Chandra" userId="ae103c05bb57ed0b" providerId="LiveId" clId="{9A447903-9E76-49E1-B3D3-5D55DCE3C8B9}" dt="2026-09-09T11:19:49.163" v="280" actId="478"/>
          <ac:spMkLst>
            <pc:docMk/>
            <pc:sldMk cId="1421522261" sldId="346"/>
            <ac:spMk id="3" creationId="{572A8156-A96C-AF26-DEBE-6CD676A494A5}"/>
          </ac:spMkLst>
        </pc:spChg>
        <pc:spChg chg="mod">
          <ac:chgData name="Vijay Chandra" userId="ae103c05bb57ed0b" providerId="LiveId" clId="{9A447903-9E76-49E1-B3D3-5D55DCE3C8B9}" dt="2026-09-09T11:28:19.276" v="459" actId="1035"/>
          <ac:spMkLst>
            <pc:docMk/>
            <pc:sldMk cId="1421522261" sldId="346"/>
            <ac:spMk id="7" creationId="{5A2A9BCE-A757-223C-2A3D-44341FB27A61}"/>
          </ac:spMkLst>
        </pc:spChg>
        <pc:spChg chg="del">
          <ac:chgData name="Vijay Chandra" userId="ae103c05bb57ed0b" providerId="LiveId" clId="{9A447903-9E76-49E1-B3D3-5D55DCE3C8B9}" dt="2026-09-09T11:19:46.664" v="279" actId="478"/>
          <ac:spMkLst>
            <pc:docMk/>
            <pc:sldMk cId="1421522261" sldId="346"/>
            <ac:spMk id="10" creationId="{F85C769B-425A-FE3B-E47A-3B747985DC52}"/>
          </ac:spMkLst>
        </pc:spChg>
        <pc:picChg chg="add mod">
          <ac:chgData name="Vijay Chandra" userId="ae103c05bb57ed0b" providerId="LiveId" clId="{9A447903-9E76-49E1-B3D3-5D55DCE3C8B9}" dt="2026-09-09T11:20:09.068" v="284" actId="1076"/>
          <ac:picMkLst>
            <pc:docMk/>
            <pc:sldMk cId="1421522261" sldId="346"/>
            <ac:picMk id="6" creationId="{87EB5421-C9BE-6C58-82AF-6D233CB653E7}"/>
          </ac:picMkLst>
        </pc:picChg>
        <pc:picChg chg="add mod">
          <ac:chgData name="Vijay Chandra" userId="ae103c05bb57ed0b" providerId="LiveId" clId="{9A447903-9E76-49E1-B3D3-5D55DCE3C8B9}" dt="2026-09-09T11:20:43.256" v="289" actId="14100"/>
          <ac:picMkLst>
            <pc:docMk/>
            <pc:sldMk cId="1421522261" sldId="346"/>
            <ac:picMk id="9" creationId="{95A1CE9B-F234-F592-AD1B-C0F69E6294A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jayChandra70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855" y="3954886"/>
            <a:ext cx="4921174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VIJAY CHANDRA</a:t>
            </a:r>
          </a:p>
          <a:p>
            <a:r>
              <a:rPr lang="en-US" sz="1800" dirty="0">
                <a:solidFill>
                  <a:schemeClr val="tx1"/>
                </a:solidFill>
              </a:rPr>
              <a:t>Uttarakhand Technical University, Dehradun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7943123" cy="743448"/>
          </a:xfrm>
        </p:spPr>
        <p:txBody>
          <a:bodyPr>
            <a:noAutofit/>
          </a:bodyPr>
          <a:lstStyle/>
          <a:p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874403"/>
            <a:ext cx="551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 </a:t>
            </a:r>
            <a:r>
              <a:rPr lang="en-IN" dirty="0"/>
              <a:t>STU6a65c636e2d6a1785054774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1" y="2034176"/>
            <a:ext cx="6513945" cy="360798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The problem is to </a:t>
            </a:r>
            <a:r>
              <a:rPr lang="en-IN" sz="2800" dirty="0" err="1"/>
              <a:t>analyze</a:t>
            </a:r>
            <a:r>
              <a:rPr lang="en-IN" sz="2800" dirty="0"/>
              <a:t>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645470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US" sz="1800" b="0" dirty="0"/>
              <a:t>This project performs exploratory data analysis on a seasonal agriculture performance dataset containing 4,000 records across 28 attributes, covering environmental conditions, resource usage, crop production, and economic outcomes across three seasons — Kharif, Rabi, and Zaid.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b="0" dirty="0"/>
              <a:t>Key steps performed:</a:t>
            </a:r>
            <a:br>
              <a:rPr lang="en-US" sz="1800" b="0" dirty="0"/>
            </a:br>
            <a:r>
              <a:rPr lang="en-US" sz="1800" b="0" dirty="0"/>
              <a:t>- Data cleaning (handled missing values)</a:t>
            </a:r>
            <a:br>
              <a:rPr lang="en-US" sz="1800" b="0" dirty="0"/>
            </a:br>
            <a:r>
              <a:rPr lang="en-US" sz="1800" b="0" dirty="0"/>
              <a:t>- Statistical analysis (descriptive stats, IQR, seasonal summaries)</a:t>
            </a:r>
            <a:br>
              <a:rPr lang="en-US" sz="1800" b="0" dirty="0"/>
            </a:br>
            <a:r>
              <a:rPr lang="en-US" sz="1800" b="0" dirty="0"/>
              <a:t>- Univariate analysis (season, crop, and rainfall distributions)</a:t>
            </a:r>
            <a:br>
              <a:rPr lang="en-US" sz="1800" b="0" dirty="0"/>
            </a:br>
            <a:r>
              <a:rPr lang="en-US" sz="1800" b="0" dirty="0"/>
              <a:t>- Outlier analysis (IQR-based detection across all numeric variables)</a:t>
            </a:r>
            <a:br>
              <a:rPr lang="en-US" sz="1800" b="0" dirty="0"/>
            </a:br>
            <a:r>
              <a:rPr lang="en-US" sz="1800" b="0" dirty="0"/>
              <a:t>- Bivariate analysis (season vs yield, rainfall vs yield, farm area vs </a:t>
            </a:r>
            <a:br>
              <a:rPr lang="en-US" sz="1800" b="0" dirty="0"/>
            </a:br>
            <a:r>
              <a:rPr lang="en-US" sz="1800" b="0" dirty="0"/>
              <a:t>  production, irrigation method vs yield)</a:t>
            </a:r>
            <a:br>
              <a:rPr lang="en-US" sz="1800" b="0" dirty="0"/>
            </a:br>
            <a:r>
              <a:rPr lang="en-US" sz="1800" b="0" dirty="0"/>
              <a:t>- Seasonal comparison of resource usage and economic outcomes</a:t>
            </a:r>
            <a:br>
              <a:rPr lang="en-US" sz="1800" b="0" dirty="0"/>
            </a:br>
            <a:r>
              <a:rPr lang="en-US" sz="1800" b="0" dirty="0"/>
              <a:t>- Cross-analysis of yield consistency across states and seasons</a:t>
            </a:r>
            <a:br>
              <a:rPr lang="en-US" sz="1800" b="0" dirty="0"/>
            </a:br>
            <a:r>
              <a:rPr lang="en-US" sz="1800" b="0" dirty="0"/>
              <a:t>- Correlation analysis across all numeric variables</a:t>
            </a: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Farmers – to plan crop choice, irrigation, and resource use by season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Agricultural policymakers – to design season-specific support programs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Agribusiness and supply chain companies – to anticipate seasonal production and pricing patterns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Agricultural researchers/data analysts – studying seasonal performance trends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7108" y="1463105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- Python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Google </a:t>
            </a:r>
            <a:r>
              <a:rPr lang="en-IN" dirty="0" err="1"/>
              <a:t>Colab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- Pandas – data loading, cleaning, and analysis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NumPy – numerical operations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Matplotlib – 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Seaborn – statistical visualization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EFAFA2-AD98-1C20-8FAE-30DEE8F9F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7" y="2842914"/>
            <a:ext cx="3916757" cy="4015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5B83AE-92C3-7BC2-5A1F-EDF665ED2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481" y="148420"/>
            <a:ext cx="4619593" cy="32805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CDBF1C-9DB1-3423-4E4A-BA089D77C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440" y="3433546"/>
            <a:ext cx="5491522" cy="32760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B1398B-0F39-AF1E-7176-DCB794425A5A}"/>
              </a:ext>
            </a:extLst>
          </p:cNvPr>
          <p:cNvSpPr txBox="1"/>
          <p:nvPr/>
        </p:nvSpPr>
        <p:spPr>
          <a:xfrm>
            <a:off x="675957" y="1331357"/>
            <a:ext cx="3088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Season &amp; Crop Overview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675957" y="1522547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Seasonal Yield Comparison</a:t>
            </a:r>
            <a:endParaRPr lang="en-GB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46144-B98E-3304-0B12-CF4898FD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64" y="70191"/>
            <a:ext cx="5756988" cy="3570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4785B-F44F-651C-A94E-08C489963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806" y="3565438"/>
            <a:ext cx="5401567" cy="322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675957" y="1394764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Outlier &amp; Bivariate Relationships</a:t>
            </a:r>
            <a:endParaRPr lang="en-GB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0099F-2DBA-A722-EC31-029C83FB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881" y="55598"/>
            <a:ext cx="5235045" cy="3247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18A789-71C9-5CD1-A4D5-D6173CA53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62" y="2920099"/>
            <a:ext cx="5356903" cy="3322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46B4CA-3C72-C943-CC4E-446687089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954" y="3429000"/>
            <a:ext cx="5356901" cy="332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485B76-F11D-F93D-E438-FFBE5DB73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9153330" cy="2507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85B40B-C474-B402-5578-CBF26565C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3" y="3917849"/>
            <a:ext cx="8346272" cy="2942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C153FD-1AF9-421D-637E-F3D5CC9A456A}"/>
              </a:ext>
            </a:extLst>
          </p:cNvPr>
          <p:cNvSpPr txBox="1"/>
          <p:nvPr/>
        </p:nvSpPr>
        <p:spPr>
          <a:xfrm>
            <a:off x="4180113" y="601421"/>
            <a:ext cx="4889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Resource Usage &amp; Economic Outcomes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675957" y="1558198"/>
            <a:ext cx="4428300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Correlation &amp; Regional Consistency</a:t>
            </a:r>
            <a:endParaRPr lang="en-GB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B5421-C9BE-6C58-82AF-6D233CB6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760" y="0"/>
            <a:ext cx="6272240" cy="4224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A1CE9B-F234-F592-AD1B-C0F69E629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98251"/>
            <a:ext cx="6272241" cy="40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675957" y="1489983"/>
            <a:ext cx="5892794" cy="4752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Incorporate crop-specific analysis to identify best-performing crops per season</a:t>
            </a:r>
          </a:p>
          <a:p>
            <a:pPr marL="342900" indent="-342900" algn="l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Apply predictive modeling (e.g., regression) to forecast yield or profit based on environmental and resource inputs</a:t>
            </a:r>
          </a:p>
          <a:p>
            <a:pPr marL="342900" indent="-342900" algn="l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Extend the analysis with time-series data across multiple years to detect long-term seasonal trends</a:t>
            </a:r>
          </a:p>
          <a:p>
            <a:pPr marL="342900" indent="-342900" algn="l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Build an interactive dashboard for farmers/policymakers to explore seasonal performance by state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675957" y="2777601"/>
            <a:ext cx="7842892" cy="126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hlinkClick r:id="rId3"/>
              </a:rPr>
              <a:t>https://github.com/VijayChandra70/Seasonal-Agriculture-Performance-Analysis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22E630-5701-3206-45ED-B985F8BD9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04" y="1559749"/>
            <a:ext cx="6942746" cy="491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8337" y="1894662"/>
            <a:ext cx="6318277" cy="306867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From raw agricultural data to seasonal insights: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This project reflects my growing skills in data analysis and interpretation.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So, Thanks a Lot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Vijay Chandra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633</TotalTime>
  <Words>483</Words>
  <Application>Microsoft Office PowerPoint</Application>
  <PresentationFormat>Widescreen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This project performs exploratory data analysis on a seasonal agriculture performance dataset containing 4,000 records across 28 attributes, covering environmental conditions, resource usage, crop production, and economic outcomes across three seasons — Kharif, Rabi, and Zaid.  Key steps performed: - Data cleaning (handled missing values) - Statistical analysis (descriptive stats, IQR, seasonal summaries) - Univariate analysis (season, crop, and rainfall distributions) - Outlier analysis (IQR-based detection across all numeric variables) - Bivariate analysis (season vs yield, rainfall vs yield, farm area vs    production, irrigation method vs yield) - Seasonal comparison of resource usage and economic outcomes - Cross-analysis of yield consistency across states and seasons - Correlation analysis across all numeric variables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Vijay Chandra</cp:lastModifiedBy>
  <cp:revision>97</cp:revision>
  <dcterms:created xsi:type="dcterms:W3CDTF">2021-07-11T13:13:15Z</dcterms:created>
  <dcterms:modified xsi:type="dcterms:W3CDTF">2026-09-09T11:49:55Z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